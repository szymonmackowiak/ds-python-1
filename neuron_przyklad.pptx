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F60C9C-E50A-442D-909E-EC41F01BC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064F825-ACE3-4A5F-9011-A8AA85D23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8351A0-56C0-489F-A7B8-4C40E55A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1D4CF41-D31B-4BC2-A78F-8132B6E1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B5934D8-2CEE-46C1-A1ED-F4029074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685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3E6332-21BD-4F36-9843-A21DC6B0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99B59F-4EB4-4A7F-984E-9452613D0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DE709B-DC2D-422D-9F18-55D85010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EB7A0A-AA8A-4C3C-9ECA-9114DA54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C2448CF-BA15-44DF-A6E5-51796608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22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8922BE-23BB-4C99-9A3A-64375CAC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3491E03-DC51-4BF1-9603-512F20F6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5A98C2-302E-468E-BADD-82623424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0A4C2A-C12D-4E97-BEFE-4A43E5864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89E5A33-CBFA-42C7-B7C9-D34FC2A3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993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4A17AC-0E02-4B1B-9BE3-78D0F61E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ABD5C0-B320-432C-A469-AAC8E1D14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81B2BE1-43FD-4FEB-8B90-50C2F093C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491B8B1-3901-4AD4-804A-2327CF09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8D6C685-A2B6-46DD-AADE-4BCBFB9F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F8BF81D-8650-4169-B5F5-45678575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85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0E4A35-BE4A-44DA-9932-DDF35739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C4FF010-57CB-4AAC-8674-D8D116C66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317BAF8-1D9F-4656-836F-E9F74D333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B0D0002-6EBE-4D7D-8025-5F8AD36FA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4F01F18-E2BD-4BA2-A6BE-321587814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57B5274-59D6-4339-8BA8-BE1AA646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DF12549B-AC61-4ECB-B02C-B1E6BEDD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4908917-0FB4-47FB-BD61-56E5D062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247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4EE1B6-2BAF-4E84-A4FB-60B03745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59CCC98-D010-4AFD-87C6-4798909F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B52FDDE-E9AD-4B06-A9C8-9280BCBCF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68B7921-2F86-47D1-9F92-C5DA6E65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47688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BCABBF0-3106-4F40-9F0F-D65A33B6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3669AA3-8F9A-4E2C-9948-09EF600D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81C88FD-DDAC-4EAA-9F80-71C0211C8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223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D3A4C1-1E69-40FF-9058-80ABB2CD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7005E3-D22B-4F2C-A0B4-CF2298931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FA5D1A3-4A54-4F3D-B0D8-D62E14FDA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69EB982-A871-4C58-B6FC-9534EAA7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94CA084-46D2-41F2-ADFC-E81B70AB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6512B0E-E364-4B3E-8231-D05AFB5E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773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995ADF-54A9-4635-8647-1F47DA21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F8FB395-B181-4047-AF33-243491C8F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62DF812-8242-4C5A-83BC-E8C29954C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ABCDE8C-567E-4FA0-A639-C940BCFB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0E0F0DF-FAAE-4A18-8512-1EB3A6E7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3C503F1-A5A6-41AD-A6F1-D862A93C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9371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2EA5E4-F1F7-4AF0-B684-6DA469C3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3765A10-CEB2-4D60-BC71-BB248476E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E38EF5B-1BAB-4FF5-A4D4-E6609B0D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7F9A54A-962F-4667-9624-75563733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D25390C-4DD6-4A40-8AB0-150B875C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891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9CBA8AE-27CB-4AED-A8E5-16A41212D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F54BDF9-FF6D-44BB-BC08-D9F0EEE5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2577F74-8A64-4C88-925A-41E7A4B4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F1766B-324E-4349-B4BE-B1604F13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7B33188-7F6E-4BC3-9C7F-0706A03C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994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F547EBE-EA4A-4F5F-81D6-D5E3CC324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A72FDDB-4E36-491B-B66D-67ADB6BF4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B7F2BBC-9B6B-4281-A1FE-C750F6175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F4AFB-3A18-4815-97BC-3772A0CF2D23}" type="datetimeFigureOut">
              <a:rPr lang="pl-PL" smtClean="0"/>
              <a:t>18.12.2019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853EED-B2E8-403E-B561-BDEE247A2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8D1111-CA12-4D8D-A3E7-BE3050443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7BF40-122C-49BB-B1DF-00DED60C2AC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58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3.pn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7.png"/><Relationship Id="rId3" Type="http://schemas.openxmlformats.org/officeDocument/2006/relationships/image" Target="../media/image2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32.png"/><Relationship Id="rId5" Type="http://schemas.openxmlformats.org/officeDocument/2006/relationships/image" Target="../media/image9.png"/><Relationship Id="rId10" Type="http://schemas.openxmlformats.org/officeDocument/2006/relationships/image" Target="../media/image31.png"/><Relationship Id="rId4" Type="http://schemas.openxmlformats.org/officeDocument/2006/relationships/image" Target="../media/image29.png"/><Relationship Id="rId9" Type="http://schemas.openxmlformats.org/officeDocument/2006/relationships/image" Target="../media/image13.pn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7.png"/><Relationship Id="rId3" Type="http://schemas.openxmlformats.org/officeDocument/2006/relationships/image" Target="../media/image3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32.png"/><Relationship Id="rId5" Type="http://schemas.openxmlformats.org/officeDocument/2006/relationships/image" Target="../media/image9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13.png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/>
          <p:cNvSpPr txBox="1"/>
          <p:nvPr/>
        </p:nvSpPr>
        <p:spPr>
          <a:xfrm>
            <a:off x="4911272" y="3647701"/>
            <a:ext cx="1463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Problem nr 1:</a:t>
            </a:r>
          </a:p>
          <a:p>
            <a:r>
              <a:rPr lang="pl-PL" dirty="0"/>
              <a:t>Punkt (0, 0)</a:t>
            </a:r>
          </a:p>
        </p:txBody>
      </p:sp>
      <p:pic>
        <p:nvPicPr>
          <p:cNvPr id="10" name="Obraz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620" y="2134332"/>
            <a:ext cx="2610810" cy="1115768"/>
          </a:xfrm>
          <a:prstGeom prst="rect">
            <a:avLst/>
          </a:prstGeom>
        </p:spPr>
      </p:pic>
      <p:sp>
        <p:nvSpPr>
          <p:cNvPr id="11" name="pole tekstowe 10"/>
          <p:cNvSpPr txBox="1"/>
          <p:nvPr/>
        </p:nvSpPr>
        <p:spPr>
          <a:xfrm>
            <a:off x="1700692" y="751233"/>
            <a:ext cx="5949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Przykład:</a:t>
            </a:r>
          </a:p>
          <a:p>
            <a:r>
              <a:rPr lang="pl-PL" dirty="0"/>
              <a:t>Nauczmy perceptron rozróżniać punkty powyżej bądź poniżej pewnej arbitralnie wybranej linii.</a:t>
            </a:r>
          </a:p>
        </p:txBody>
      </p:sp>
      <p:pic>
        <p:nvPicPr>
          <p:cNvPr id="19" name="Obraz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750" y="2068395"/>
            <a:ext cx="1413770" cy="1290648"/>
          </a:xfrm>
          <a:prstGeom prst="rect">
            <a:avLst/>
          </a:prstGeom>
        </p:spPr>
      </p:pic>
      <p:pic>
        <p:nvPicPr>
          <p:cNvPr id="20" name="Obraz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750" y="4325060"/>
            <a:ext cx="2769796" cy="1421406"/>
          </a:xfrm>
          <a:prstGeom prst="rect">
            <a:avLst/>
          </a:prstGeom>
        </p:spPr>
      </p:pic>
      <p:sp>
        <p:nvSpPr>
          <p:cNvPr id="21" name="Prostokąt 20"/>
          <p:cNvSpPr/>
          <p:nvPr/>
        </p:nvSpPr>
        <p:spPr>
          <a:xfrm>
            <a:off x="4897903" y="4765372"/>
            <a:ext cx="29534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1200" dirty="0"/>
              <a:t>ERROR = DESIRED OUTPUT - GUESS OUTPUT</a:t>
            </a:r>
          </a:p>
        </p:txBody>
      </p:sp>
      <p:pic>
        <p:nvPicPr>
          <p:cNvPr id="22" name="Picture 4" descr="C:\Users\smackow\AppData\Local\Packages\Microsoft.Office.OneNote_8wekyb3d8bbwe\TempState\msohtmlclip\clip_image00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698" y="4118860"/>
            <a:ext cx="2174204" cy="184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" descr="C:\Users\smackow\AppData\Local\Packages\Microsoft.Office.OneNote_8wekyb3d8bbwe\TempState\msohtmlclip\clip_image00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517" y="850016"/>
            <a:ext cx="1806566" cy="288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31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le tekstowe 11"/>
          <p:cNvSpPr txBox="1"/>
          <p:nvPr/>
        </p:nvSpPr>
        <p:spPr>
          <a:xfrm>
            <a:off x="1667441" y="637748"/>
            <a:ext cx="594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Iteracja k = 1: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pole tekstowe 12"/>
              <p:cNvSpPr txBox="1"/>
              <p:nvPr/>
            </p:nvSpPr>
            <p:spPr>
              <a:xfrm>
                <a:off x="1711707" y="1033685"/>
                <a:ext cx="12054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=[4, 4, 1]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3" name="pole tekstow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7" y="1033685"/>
                <a:ext cx="1205458" cy="276999"/>
              </a:xfrm>
              <a:prstGeom prst="rect">
                <a:avLst/>
              </a:prstGeom>
              <a:blipFill>
                <a:blip r:embed="rId2"/>
                <a:stretch>
                  <a:fillRect l="-2525" t="-4444" r="-6566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pole tekstowe 13"/>
              <p:cNvSpPr txBox="1"/>
              <p:nvPr/>
            </p:nvSpPr>
            <p:spPr>
              <a:xfrm>
                <a:off x="3158513" y="1022554"/>
                <a:ext cx="12490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=[0, 0, 1]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4" name="pole tekstow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513" y="1022554"/>
                <a:ext cx="1249060" cy="276999"/>
              </a:xfrm>
              <a:prstGeom prst="rect">
                <a:avLst/>
              </a:prstGeom>
              <a:blipFill>
                <a:blip r:embed="rId3"/>
                <a:stretch>
                  <a:fillRect l="-2439" t="-4444" r="-6829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ole tekstowe 14"/>
              <p:cNvSpPr txBox="1"/>
              <p:nvPr/>
            </p:nvSpPr>
            <p:spPr>
              <a:xfrm>
                <a:off x="1711707" y="1415285"/>
                <a:ext cx="30971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4∙0+4∙0+1∙1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5" name="pole tekstow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7" y="1415285"/>
                <a:ext cx="3097130" cy="276999"/>
              </a:xfrm>
              <a:prstGeom prst="rect">
                <a:avLst/>
              </a:prstGeom>
              <a:blipFill>
                <a:blip r:embed="rId4"/>
                <a:stretch>
                  <a:fillRect l="-1378" r="-1181" b="-326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pole tekstowe 15"/>
              <p:cNvSpPr txBox="1"/>
              <p:nvPr/>
            </p:nvSpPr>
            <p:spPr>
              <a:xfrm>
                <a:off x="1723482" y="2289691"/>
                <a:ext cx="789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6" name="pole tekstow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482" y="2289691"/>
                <a:ext cx="789447" cy="276999"/>
              </a:xfrm>
              <a:prstGeom prst="rect">
                <a:avLst/>
              </a:prstGeom>
              <a:blipFill>
                <a:blip r:embed="rId5"/>
                <a:stretch>
                  <a:fillRect l="-6977" r="-697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pole tekstowe 16"/>
              <p:cNvSpPr txBox="1"/>
              <p:nvPr/>
            </p:nvSpPr>
            <p:spPr>
              <a:xfrm>
                <a:off x="3001857" y="2289690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7" name="pole tekstow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857" y="2289690"/>
                <a:ext cx="616323" cy="276999"/>
              </a:xfrm>
              <a:prstGeom prst="rect">
                <a:avLst/>
              </a:prstGeom>
              <a:blipFill>
                <a:blip r:embed="rId6"/>
                <a:stretch>
                  <a:fillRect l="-8824" t="-26667" r="-7843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pole tekstowe 17"/>
              <p:cNvSpPr txBox="1"/>
              <p:nvPr/>
            </p:nvSpPr>
            <p:spPr>
              <a:xfrm>
                <a:off x="4106154" y="2313637"/>
                <a:ext cx="788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8" name="pole tekstow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154" y="2313637"/>
                <a:ext cx="788101" cy="276999"/>
              </a:xfrm>
              <a:prstGeom prst="rect">
                <a:avLst/>
              </a:prstGeom>
              <a:blipFill>
                <a:blip r:embed="rId7"/>
                <a:stretch>
                  <a:fillRect l="-6977" r="-6202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pole tekstowe 23"/>
              <p:cNvSpPr txBox="1"/>
              <p:nvPr/>
            </p:nvSpPr>
            <p:spPr>
              <a:xfrm>
                <a:off x="4560558" y="4322125"/>
                <a:ext cx="33943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=0+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∙4∙0.05=−0.4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24" name="pole tekstow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8" y="4322125"/>
                <a:ext cx="3394391" cy="276999"/>
              </a:xfrm>
              <a:prstGeom prst="rect">
                <a:avLst/>
              </a:prstGeom>
              <a:blipFill>
                <a:blip r:embed="rId8"/>
                <a:stretch>
                  <a:fillRect l="-539" r="-1257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pole tekstowe 24"/>
              <p:cNvSpPr txBox="1"/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=0,05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25" name="pole tekstow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blipFill>
                <a:blip r:embed="rId9"/>
                <a:stretch>
                  <a:fillRect l="-6000" r="-666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pole tekstowe 25"/>
              <p:cNvSpPr txBox="1"/>
              <p:nvPr/>
            </p:nvSpPr>
            <p:spPr>
              <a:xfrm>
                <a:off x="4560558" y="4758023"/>
                <a:ext cx="33943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=0+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∙4∙0.05=−0.4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26" name="pole tekstow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8" y="4758023"/>
                <a:ext cx="3394391" cy="276999"/>
              </a:xfrm>
              <a:prstGeom prst="rect">
                <a:avLst/>
              </a:prstGeom>
              <a:blipFill>
                <a:blip r:embed="rId10"/>
                <a:stretch>
                  <a:fillRect l="-539" r="-1257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pole tekstowe 26"/>
              <p:cNvSpPr txBox="1"/>
              <p:nvPr/>
            </p:nvSpPr>
            <p:spPr>
              <a:xfrm>
                <a:off x="4600632" y="5193921"/>
                <a:ext cx="32212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=1+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∙1∙0.05=0.9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27" name="pole tekstow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632" y="5193921"/>
                <a:ext cx="3221266" cy="276999"/>
              </a:xfrm>
              <a:prstGeom prst="rect">
                <a:avLst/>
              </a:prstGeom>
              <a:blipFill>
                <a:blip r:embed="rId11"/>
                <a:stretch>
                  <a:fillRect l="-568" r="-1326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pole tekstowe 27"/>
              <p:cNvSpPr txBox="1"/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28" name="pole tekstow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blipFill>
                <a:blip r:embed="rId12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Prostokąt 28"/>
              <p:cNvSpPr/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29" name="Prostoką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pole tekstowe 29"/>
          <p:cNvSpPr txBox="1"/>
          <p:nvPr/>
        </p:nvSpPr>
        <p:spPr>
          <a:xfrm>
            <a:off x="1667440" y="195599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cel</a:t>
            </a:r>
          </a:p>
        </p:txBody>
      </p:sp>
      <p:sp>
        <p:nvSpPr>
          <p:cNvPr id="31" name="pole tekstowe 30"/>
          <p:cNvSpPr txBox="1"/>
          <p:nvPr/>
        </p:nvSpPr>
        <p:spPr>
          <a:xfrm>
            <a:off x="2888448" y="195599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odp.</a:t>
            </a:r>
          </a:p>
        </p:txBody>
      </p:sp>
      <p:sp>
        <p:nvSpPr>
          <p:cNvPr id="32" name="pole tekstowe 31"/>
          <p:cNvSpPr txBox="1"/>
          <p:nvPr/>
        </p:nvSpPr>
        <p:spPr>
          <a:xfrm>
            <a:off x="4003994" y="19542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błąd</a:t>
            </a:r>
          </a:p>
        </p:txBody>
      </p:sp>
      <p:sp>
        <p:nvSpPr>
          <p:cNvPr id="33" name="pole tekstowe 32"/>
          <p:cNvSpPr txBox="1"/>
          <p:nvPr/>
        </p:nvSpPr>
        <p:spPr>
          <a:xfrm>
            <a:off x="5280488" y="1958670"/>
            <a:ext cx="1376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wsp</a:t>
            </a:r>
            <a:r>
              <a:rPr lang="pl-PL" dirty="0"/>
              <a:t>. uczenia</a:t>
            </a:r>
          </a:p>
        </p:txBody>
      </p:sp>
      <p:pic>
        <p:nvPicPr>
          <p:cNvPr id="34" name="Picture 4" descr="C:\Users\smackow\AppData\Local\Packages\Microsoft.Office.OneNote_8wekyb3d8bbwe\TempState\msohtmlclip\clip_image001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630" y="459419"/>
            <a:ext cx="2174204" cy="184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96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/>
          <p:cNvSpPr txBox="1"/>
          <p:nvPr/>
        </p:nvSpPr>
        <p:spPr>
          <a:xfrm>
            <a:off x="1667441" y="637748"/>
            <a:ext cx="594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Iteracja k = 2: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/>
              <p:cNvSpPr txBox="1"/>
              <p:nvPr/>
            </p:nvSpPr>
            <p:spPr>
              <a:xfrm>
                <a:off x="1711708" y="1033685"/>
                <a:ext cx="14619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=[12, 12, 1]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8" y="1033685"/>
                <a:ext cx="1461939" cy="276999"/>
              </a:xfrm>
              <a:prstGeom prst="rect">
                <a:avLst/>
              </a:prstGeom>
              <a:blipFill>
                <a:blip r:embed="rId2"/>
                <a:stretch>
                  <a:fillRect l="-2083" t="-4444" r="-5000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/>
              <p:cNvSpPr txBox="1"/>
              <p:nvPr/>
            </p:nvSpPr>
            <p:spPr>
              <a:xfrm>
                <a:off x="3158513" y="1022554"/>
                <a:ext cx="2128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=[−0.4, −0.4, 0.9]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4" name="pole tekstow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513" y="1022554"/>
                <a:ext cx="2128788" cy="276999"/>
              </a:xfrm>
              <a:prstGeom prst="rect">
                <a:avLst/>
              </a:prstGeom>
              <a:blipFill>
                <a:blip r:embed="rId3"/>
                <a:stretch>
                  <a:fillRect l="-1146" t="-4444" r="-4011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/>
              <p:cNvSpPr txBox="1"/>
              <p:nvPr/>
            </p:nvSpPr>
            <p:spPr>
              <a:xfrm>
                <a:off x="1711708" y="1415285"/>
                <a:ext cx="49790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12∙(−0.4)+12∙(−0.4)+1∙(0.9)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5" name="pole tekstow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8" y="1415285"/>
                <a:ext cx="4979055" cy="276999"/>
              </a:xfrm>
              <a:prstGeom prst="rect">
                <a:avLst/>
              </a:prstGeom>
              <a:blipFill>
                <a:blip r:embed="rId4"/>
                <a:stretch>
                  <a:fillRect l="-734" t="-2174" r="-612" b="-326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/>
              <p:cNvSpPr txBox="1"/>
              <p:nvPr/>
            </p:nvSpPr>
            <p:spPr>
              <a:xfrm>
                <a:off x="1723482" y="2289691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6" name="pole tekstow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482" y="2289691"/>
                <a:ext cx="616323" cy="276999"/>
              </a:xfrm>
              <a:prstGeom prst="rect">
                <a:avLst/>
              </a:prstGeom>
              <a:blipFill>
                <a:blip r:embed="rId5"/>
                <a:stretch>
                  <a:fillRect l="-8911" r="-7921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/>
              <p:cNvSpPr txBox="1"/>
              <p:nvPr/>
            </p:nvSpPr>
            <p:spPr>
              <a:xfrm>
                <a:off x="3001857" y="2289690"/>
                <a:ext cx="789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l-PL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857" y="2289690"/>
                <a:ext cx="789447" cy="276999"/>
              </a:xfrm>
              <a:prstGeom prst="rect">
                <a:avLst/>
              </a:prstGeom>
              <a:blipFill>
                <a:blip r:embed="rId6"/>
                <a:stretch>
                  <a:fillRect l="-6923" t="-26667" r="-6923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/>
              <p:cNvSpPr txBox="1"/>
              <p:nvPr/>
            </p:nvSpPr>
            <p:spPr>
              <a:xfrm>
                <a:off x="4106153" y="2313637"/>
                <a:ext cx="6149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153" y="2313637"/>
                <a:ext cx="614976" cy="276999"/>
              </a:xfrm>
              <a:prstGeom prst="rect">
                <a:avLst/>
              </a:prstGeom>
              <a:blipFill>
                <a:blip r:embed="rId7"/>
                <a:stretch>
                  <a:fillRect l="-9000" r="-9000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/>
              <p:cNvSpPr txBox="1"/>
              <p:nvPr/>
            </p:nvSpPr>
            <p:spPr>
              <a:xfrm>
                <a:off x="4560557" y="4322125"/>
                <a:ext cx="33342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=−0.4+2∙12∙0.05=0.8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7" y="4322125"/>
                <a:ext cx="3334246" cy="276999"/>
              </a:xfrm>
              <a:prstGeom prst="rect">
                <a:avLst/>
              </a:prstGeom>
              <a:blipFill>
                <a:blip r:embed="rId8"/>
                <a:stretch>
                  <a:fillRect l="-548" r="-1280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ole tekstowe 9"/>
              <p:cNvSpPr txBox="1"/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=0,05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blipFill>
                <a:blip r:embed="rId9"/>
                <a:stretch>
                  <a:fillRect l="-6000" r="-666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ole tekstowe 10"/>
              <p:cNvSpPr txBox="1"/>
              <p:nvPr/>
            </p:nvSpPr>
            <p:spPr>
              <a:xfrm>
                <a:off x="4560557" y="4758023"/>
                <a:ext cx="33342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=−0.4+2∙12∙0.05=0.8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7" y="4758023"/>
                <a:ext cx="3334246" cy="276999"/>
              </a:xfrm>
              <a:prstGeom prst="rect">
                <a:avLst/>
              </a:prstGeom>
              <a:blipFill>
                <a:blip r:embed="rId10"/>
                <a:stretch>
                  <a:fillRect l="-548" r="-1280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pole tekstowe 11"/>
              <p:cNvSpPr txBox="1"/>
              <p:nvPr/>
            </p:nvSpPr>
            <p:spPr>
              <a:xfrm>
                <a:off x="4600633" y="5193921"/>
                <a:ext cx="2856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=0.9+2∙1∙0.05=1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633" y="5193921"/>
                <a:ext cx="2856551" cy="276999"/>
              </a:xfrm>
              <a:prstGeom prst="rect">
                <a:avLst/>
              </a:prstGeom>
              <a:blipFill>
                <a:blip r:embed="rId11"/>
                <a:stretch>
                  <a:fillRect l="-641" r="-1496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pole tekstowe 12"/>
              <p:cNvSpPr txBox="1"/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3" name="pole tekstow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blipFill>
                <a:blip r:embed="rId12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Prostokąt 13"/>
              <p:cNvSpPr/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4" name="Prostoką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/>
          <p:cNvSpPr txBox="1"/>
          <p:nvPr/>
        </p:nvSpPr>
        <p:spPr>
          <a:xfrm>
            <a:off x="1667440" y="195599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cel</a:t>
            </a:r>
          </a:p>
        </p:txBody>
      </p:sp>
      <p:sp>
        <p:nvSpPr>
          <p:cNvPr id="16" name="pole tekstowe 15"/>
          <p:cNvSpPr txBox="1"/>
          <p:nvPr/>
        </p:nvSpPr>
        <p:spPr>
          <a:xfrm>
            <a:off x="2888448" y="195599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odp.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4003994" y="19542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błąd</a:t>
            </a:r>
          </a:p>
        </p:txBody>
      </p:sp>
      <p:sp>
        <p:nvSpPr>
          <p:cNvPr id="18" name="pole tekstowe 17"/>
          <p:cNvSpPr txBox="1"/>
          <p:nvPr/>
        </p:nvSpPr>
        <p:spPr>
          <a:xfrm>
            <a:off x="5280488" y="1958670"/>
            <a:ext cx="1376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wsp</a:t>
            </a:r>
            <a:r>
              <a:rPr lang="pl-PL" dirty="0"/>
              <a:t>. uczenia</a:t>
            </a:r>
          </a:p>
        </p:txBody>
      </p:sp>
      <p:pic>
        <p:nvPicPr>
          <p:cNvPr id="19" name="Picture 4" descr="C:\Users\smackow\AppData\Local\Packages\Microsoft.Office.OneNote_8wekyb3d8bbwe\TempState\msohtmlclip\clip_image001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630" y="459419"/>
            <a:ext cx="2174204" cy="184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1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/>
          <p:cNvSpPr txBox="1"/>
          <p:nvPr/>
        </p:nvSpPr>
        <p:spPr>
          <a:xfrm>
            <a:off x="1667441" y="637748"/>
            <a:ext cx="594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Iteracja k = 3: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/>
              <p:cNvSpPr txBox="1"/>
              <p:nvPr/>
            </p:nvSpPr>
            <p:spPr>
              <a:xfrm>
                <a:off x="1711707" y="1033685"/>
                <a:ext cx="12054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=[2, 2, 1]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7" y="1033685"/>
                <a:ext cx="1205458" cy="276999"/>
              </a:xfrm>
              <a:prstGeom prst="rect">
                <a:avLst/>
              </a:prstGeom>
              <a:blipFill>
                <a:blip r:embed="rId2"/>
                <a:stretch>
                  <a:fillRect l="-2525" t="-4444" r="-6566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/>
              <p:cNvSpPr txBox="1"/>
              <p:nvPr/>
            </p:nvSpPr>
            <p:spPr>
              <a:xfrm>
                <a:off x="3158514" y="1022554"/>
                <a:ext cx="16062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=[0.8, 0.8, 1]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4" name="pole tekstow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514" y="1022554"/>
                <a:ext cx="1606209" cy="276999"/>
              </a:xfrm>
              <a:prstGeom prst="rect">
                <a:avLst/>
              </a:prstGeom>
              <a:blipFill>
                <a:blip r:embed="rId3"/>
                <a:stretch>
                  <a:fillRect l="-1894" t="-4444" r="-4924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/>
              <p:cNvSpPr txBox="1"/>
              <p:nvPr/>
            </p:nvSpPr>
            <p:spPr>
              <a:xfrm>
                <a:off x="1711707" y="1415285"/>
                <a:ext cx="40268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2∙(0.8)+2∙(0.8)+1∙(1)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5" name="pole tekstow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7" y="1415285"/>
                <a:ext cx="4026872" cy="276999"/>
              </a:xfrm>
              <a:prstGeom prst="rect">
                <a:avLst/>
              </a:prstGeom>
              <a:blipFill>
                <a:blip r:embed="rId4"/>
                <a:stretch>
                  <a:fillRect l="-1061" t="-2174" r="-909" b="-326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/>
              <p:cNvSpPr txBox="1"/>
              <p:nvPr/>
            </p:nvSpPr>
            <p:spPr>
              <a:xfrm>
                <a:off x="1723482" y="2289691"/>
                <a:ext cx="789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6" name="pole tekstow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482" y="2289691"/>
                <a:ext cx="789447" cy="276999"/>
              </a:xfrm>
              <a:prstGeom prst="rect">
                <a:avLst/>
              </a:prstGeom>
              <a:blipFill>
                <a:blip r:embed="rId5"/>
                <a:stretch>
                  <a:fillRect l="-6977" r="-697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/>
              <p:cNvSpPr txBox="1"/>
              <p:nvPr/>
            </p:nvSpPr>
            <p:spPr>
              <a:xfrm>
                <a:off x="3001857" y="2289690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857" y="2289690"/>
                <a:ext cx="616323" cy="276999"/>
              </a:xfrm>
              <a:prstGeom prst="rect">
                <a:avLst/>
              </a:prstGeom>
              <a:blipFill>
                <a:blip r:embed="rId6"/>
                <a:stretch>
                  <a:fillRect l="-8824" t="-26667" r="-7843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/>
              <p:cNvSpPr txBox="1"/>
              <p:nvPr/>
            </p:nvSpPr>
            <p:spPr>
              <a:xfrm>
                <a:off x="4106154" y="2313637"/>
                <a:ext cx="788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154" y="2313637"/>
                <a:ext cx="788101" cy="276999"/>
              </a:xfrm>
              <a:prstGeom prst="rect">
                <a:avLst/>
              </a:prstGeom>
              <a:blipFill>
                <a:blip r:embed="rId7"/>
                <a:stretch>
                  <a:fillRect l="-6977" r="-6202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/>
              <p:cNvSpPr txBox="1"/>
              <p:nvPr/>
            </p:nvSpPr>
            <p:spPr>
              <a:xfrm>
                <a:off x="4560557" y="4322125"/>
                <a:ext cx="3398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=0.8+(−2)∙2∙0.05=0.6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7" y="4322125"/>
                <a:ext cx="3398366" cy="276999"/>
              </a:xfrm>
              <a:prstGeom prst="rect">
                <a:avLst/>
              </a:prstGeom>
              <a:blipFill>
                <a:blip r:embed="rId8"/>
                <a:stretch>
                  <a:fillRect l="-538" t="-2222" r="-1254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ole tekstowe 9"/>
              <p:cNvSpPr txBox="1"/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=0,05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blipFill>
                <a:blip r:embed="rId9"/>
                <a:stretch>
                  <a:fillRect l="-6000" r="-666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ole tekstowe 10"/>
              <p:cNvSpPr txBox="1"/>
              <p:nvPr/>
            </p:nvSpPr>
            <p:spPr>
              <a:xfrm>
                <a:off x="4560557" y="4758023"/>
                <a:ext cx="3398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=0.8+(−2)∙2∙0.05=0.6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7" y="4758023"/>
                <a:ext cx="3398366" cy="276999"/>
              </a:xfrm>
              <a:prstGeom prst="rect">
                <a:avLst/>
              </a:prstGeom>
              <a:blipFill>
                <a:blip r:embed="rId10"/>
                <a:stretch>
                  <a:fillRect l="-538" t="-4444" r="-1254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pole tekstowe 11"/>
              <p:cNvSpPr txBox="1"/>
              <p:nvPr/>
            </p:nvSpPr>
            <p:spPr>
              <a:xfrm>
                <a:off x="4600632" y="5193921"/>
                <a:ext cx="32220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=1+(−2)∙1∙0.05=0.8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632" y="5193921"/>
                <a:ext cx="3222036" cy="276999"/>
              </a:xfrm>
              <a:prstGeom prst="rect">
                <a:avLst/>
              </a:prstGeom>
              <a:blipFill>
                <a:blip r:embed="rId11"/>
                <a:stretch>
                  <a:fillRect l="-568" t="-2222" r="-1326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pole tekstowe 12"/>
              <p:cNvSpPr txBox="1"/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3" name="pole tekstow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blipFill>
                <a:blip r:embed="rId12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Prostokąt 13"/>
              <p:cNvSpPr/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4" name="Prostoką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/>
          <p:cNvSpPr txBox="1"/>
          <p:nvPr/>
        </p:nvSpPr>
        <p:spPr>
          <a:xfrm>
            <a:off x="1667440" y="195599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cel</a:t>
            </a:r>
          </a:p>
        </p:txBody>
      </p:sp>
      <p:sp>
        <p:nvSpPr>
          <p:cNvPr id="16" name="pole tekstowe 15"/>
          <p:cNvSpPr txBox="1"/>
          <p:nvPr/>
        </p:nvSpPr>
        <p:spPr>
          <a:xfrm>
            <a:off x="2888448" y="195599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odp.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4003994" y="19542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błąd</a:t>
            </a:r>
          </a:p>
        </p:txBody>
      </p:sp>
      <p:sp>
        <p:nvSpPr>
          <p:cNvPr id="18" name="pole tekstowe 17"/>
          <p:cNvSpPr txBox="1"/>
          <p:nvPr/>
        </p:nvSpPr>
        <p:spPr>
          <a:xfrm>
            <a:off x="5280488" y="1958670"/>
            <a:ext cx="1376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wsp</a:t>
            </a:r>
            <a:r>
              <a:rPr lang="pl-PL" dirty="0"/>
              <a:t>. uczenia</a:t>
            </a:r>
          </a:p>
        </p:txBody>
      </p:sp>
      <p:pic>
        <p:nvPicPr>
          <p:cNvPr id="19" name="Picture 4" descr="C:\Users\smackow\AppData\Local\Packages\Microsoft.Office.OneNote_8wekyb3d8bbwe\TempState\msohtmlclip\clip_image001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630" y="459419"/>
            <a:ext cx="2174204" cy="184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852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/>
          <p:cNvSpPr txBox="1"/>
          <p:nvPr/>
        </p:nvSpPr>
        <p:spPr>
          <a:xfrm>
            <a:off x="1667441" y="637748"/>
            <a:ext cx="594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Iteracja k = 4: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/>
              <p:cNvSpPr txBox="1"/>
              <p:nvPr/>
            </p:nvSpPr>
            <p:spPr>
              <a:xfrm>
                <a:off x="1711707" y="1033685"/>
                <a:ext cx="12054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=[1, 7, 1]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3" name="pole tekstow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7" y="1033685"/>
                <a:ext cx="1205458" cy="276999"/>
              </a:xfrm>
              <a:prstGeom prst="rect">
                <a:avLst/>
              </a:prstGeom>
              <a:blipFill>
                <a:blip r:embed="rId2"/>
                <a:stretch>
                  <a:fillRect l="-2525" t="-4444" r="-6566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/>
              <p:cNvSpPr txBox="1"/>
              <p:nvPr/>
            </p:nvSpPr>
            <p:spPr>
              <a:xfrm>
                <a:off x="3158514" y="1022554"/>
                <a:ext cx="17825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=[0.6, 0.6, 0.8]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4" name="pole tekstow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514" y="1022554"/>
                <a:ext cx="1782539" cy="276999"/>
              </a:xfrm>
              <a:prstGeom prst="rect">
                <a:avLst/>
              </a:prstGeom>
              <a:blipFill>
                <a:blip r:embed="rId3"/>
                <a:stretch>
                  <a:fillRect l="-1365" t="-4444" r="-4437" b="-3777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/>
              <p:cNvSpPr txBox="1"/>
              <p:nvPr/>
            </p:nvSpPr>
            <p:spPr>
              <a:xfrm>
                <a:off x="1711707" y="1415285"/>
                <a:ext cx="42032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1∙(0.6)+7∙(0.6)+1∙(0.8)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5" name="pole tekstow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707" y="1415285"/>
                <a:ext cx="4203202" cy="276999"/>
              </a:xfrm>
              <a:prstGeom prst="rect">
                <a:avLst/>
              </a:prstGeom>
              <a:blipFill>
                <a:blip r:embed="rId4"/>
                <a:stretch>
                  <a:fillRect l="-871" t="-2174" r="-871" b="-326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/>
              <p:cNvSpPr txBox="1"/>
              <p:nvPr/>
            </p:nvSpPr>
            <p:spPr>
              <a:xfrm>
                <a:off x="1723482" y="2289691"/>
                <a:ext cx="7894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6" name="pole tekstow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482" y="2289691"/>
                <a:ext cx="789447" cy="276999"/>
              </a:xfrm>
              <a:prstGeom prst="rect">
                <a:avLst/>
              </a:prstGeom>
              <a:blipFill>
                <a:blip r:embed="rId5"/>
                <a:stretch>
                  <a:fillRect l="-6977" r="-697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/>
              <p:cNvSpPr txBox="1"/>
              <p:nvPr/>
            </p:nvSpPr>
            <p:spPr>
              <a:xfrm>
                <a:off x="3001857" y="2289690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l-PL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7" name="pole tekstow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857" y="2289690"/>
                <a:ext cx="616323" cy="276999"/>
              </a:xfrm>
              <a:prstGeom prst="rect">
                <a:avLst/>
              </a:prstGeom>
              <a:blipFill>
                <a:blip r:embed="rId6"/>
                <a:stretch>
                  <a:fillRect l="-8824" t="-26667" r="-7843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/>
              <p:cNvSpPr txBox="1"/>
              <p:nvPr/>
            </p:nvSpPr>
            <p:spPr>
              <a:xfrm>
                <a:off x="4106154" y="2313637"/>
                <a:ext cx="788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8" name="pole tekstow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154" y="2313637"/>
                <a:ext cx="788101" cy="276999"/>
              </a:xfrm>
              <a:prstGeom prst="rect">
                <a:avLst/>
              </a:prstGeom>
              <a:blipFill>
                <a:blip r:embed="rId7"/>
                <a:stretch>
                  <a:fillRect l="-6977" r="-6202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/>
              <p:cNvSpPr txBox="1"/>
              <p:nvPr/>
            </p:nvSpPr>
            <p:spPr>
              <a:xfrm>
                <a:off x="4560557" y="4322125"/>
                <a:ext cx="3398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=0.6+(−2)∙1∙0.05=0.6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9" name="pole tekstow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7" y="4322125"/>
                <a:ext cx="3398366" cy="276999"/>
              </a:xfrm>
              <a:prstGeom prst="rect">
                <a:avLst/>
              </a:prstGeom>
              <a:blipFill>
                <a:blip r:embed="rId8"/>
                <a:stretch>
                  <a:fillRect l="-538" t="-2222" r="-1254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ole tekstowe 9"/>
              <p:cNvSpPr txBox="1"/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=0,05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0" name="pole tekstow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229" y="2289690"/>
                <a:ext cx="915635" cy="276999"/>
              </a:xfrm>
              <a:prstGeom prst="rect">
                <a:avLst/>
              </a:prstGeom>
              <a:blipFill>
                <a:blip r:embed="rId9"/>
                <a:stretch>
                  <a:fillRect l="-6000" r="-6667" b="-2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ole tekstowe 10"/>
              <p:cNvSpPr txBox="1"/>
              <p:nvPr/>
            </p:nvSpPr>
            <p:spPr>
              <a:xfrm>
                <a:off x="4560557" y="4758023"/>
                <a:ext cx="33983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=0.6+(−2)∙7∙0.05=0.6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1" name="pole tekstow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557" y="4758023"/>
                <a:ext cx="3398366" cy="276999"/>
              </a:xfrm>
              <a:prstGeom prst="rect">
                <a:avLst/>
              </a:prstGeom>
              <a:blipFill>
                <a:blip r:embed="rId10"/>
                <a:stretch>
                  <a:fillRect l="-538" t="-4444" r="-1254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pole tekstowe 11"/>
              <p:cNvSpPr txBox="1"/>
              <p:nvPr/>
            </p:nvSpPr>
            <p:spPr>
              <a:xfrm>
                <a:off x="4600632" y="5193921"/>
                <a:ext cx="32220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pl-PL" i="1">
                          <a:latin typeface="Cambria Math" panose="02040503050406030204" pitchFamily="18" charset="0"/>
                        </a:rPr>
                        <m:t>=1+(−2)∙1∙0.05=0.8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2" name="pole tekstow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632" y="5193921"/>
                <a:ext cx="3222036" cy="276999"/>
              </a:xfrm>
              <a:prstGeom prst="rect">
                <a:avLst/>
              </a:prstGeom>
              <a:blipFill>
                <a:blip r:embed="rId11"/>
                <a:stretch>
                  <a:fillRect l="-568" t="-2222" r="-1326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pole tekstowe 12"/>
              <p:cNvSpPr txBox="1"/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3" name="pole tekstow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639" y="3317881"/>
                <a:ext cx="3186449" cy="276999"/>
              </a:xfrm>
              <a:prstGeom prst="rect">
                <a:avLst/>
              </a:prstGeom>
              <a:blipFill>
                <a:blip r:embed="rId12"/>
                <a:stretch>
                  <a:fillRect b="-2391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Prostokąt 13"/>
              <p:cNvSpPr/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l-PL" dirty="0"/>
              </a:p>
            </p:txBody>
          </p:sp>
        </mc:Choice>
        <mc:Fallback>
          <p:sp>
            <p:nvSpPr>
              <p:cNvPr id="14" name="Prostoką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68" y="2845118"/>
                <a:ext cx="170713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/>
          <p:cNvSpPr txBox="1"/>
          <p:nvPr/>
        </p:nvSpPr>
        <p:spPr>
          <a:xfrm>
            <a:off x="1667440" y="195599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cel</a:t>
            </a:r>
          </a:p>
        </p:txBody>
      </p:sp>
      <p:sp>
        <p:nvSpPr>
          <p:cNvPr id="16" name="pole tekstowe 15"/>
          <p:cNvSpPr txBox="1"/>
          <p:nvPr/>
        </p:nvSpPr>
        <p:spPr>
          <a:xfrm>
            <a:off x="2888448" y="195599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odp.</a:t>
            </a:r>
          </a:p>
        </p:txBody>
      </p:sp>
      <p:sp>
        <p:nvSpPr>
          <p:cNvPr id="17" name="pole tekstowe 16"/>
          <p:cNvSpPr txBox="1"/>
          <p:nvPr/>
        </p:nvSpPr>
        <p:spPr>
          <a:xfrm>
            <a:off x="4003994" y="19542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błąd</a:t>
            </a:r>
          </a:p>
        </p:txBody>
      </p:sp>
      <p:sp>
        <p:nvSpPr>
          <p:cNvPr id="18" name="pole tekstowe 17"/>
          <p:cNvSpPr txBox="1"/>
          <p:nvPr/>
        </p:nvSpPr>
        <p:spPr>
          <a:xfrm>
            <a:off x="5280488" y="1958670"/>
            <a:ext cx="1376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wsp</a:t>
            </a:r>
            <a:r>
              <a:rPr lang="pl-PL" dirty="0"/>
              <a:t>. uczenia</a:t>
            </a:r>
          </a:p>
        </p:txBody>
      </p:sp>
      <p:pic>
        <p:nvPicPr>
          <p:cNvPr id="19" name="Picture 4" descr="C:\Users\smackow\AppData\Local\Packages\Microsoft.Office.OneNote_8wekyb3d8bbwe\TempState\msohtmlclip\clip_image001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630" y="459419"/>
            <a:ext cx="2174204" cy="184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52368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</Words>
  <Application>Microsoft Office PowerPoint</Application>
  <PresentationFormat>Panoramiczny</PresentationFormat>
  <Paragraphs>73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Szymon Mackowiak</dc:creator>
  <cp:lastModifiedBy>Szymon Mackowiak</cp:lastModifiedBy>
  <cp:revision>1</cp:revision>
  <dcterms:created xsi:type="dcterms:W3CDTF">2019-12-18T11:18:26Z</dcterms:created>
  <dcterms:modified xsi:type="dcterms:W3CDTF">2019-12-18T11:19:04Z</dcterms:modified>
</cp:coreProperties>
</file>